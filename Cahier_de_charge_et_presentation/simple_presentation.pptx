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9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994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299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39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304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215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589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996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117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589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39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57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7202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1" r:id="rId6"/>
    <p:sldLayoutId id="2147483687" r:id="rId7"/>
    <p:sldLayoutId id="2147483688" r:id="rId8"/>
    <p:sldLayoutId id="2147483689" r:id="rId9"/>
    <p:sldLayoutId id="2147483690" r:id="rId10"/>
    <p:sldLayoutId id="214748369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97B048-811A-84B7-B11C-9580EA9859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33343" y="1137215"/>
            <a:ext cx="5804426" cy="337676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 dirty="0"/>
              <a:t>Presentation du </a:t>
            </a:r>
            <a:r>
              <a:rPr lang="en-US" sz="4600" dirty="0" err="1"/>
              <a:t>projet</a:t>
            </a:r>
            <a:r>
              <a:rPr lang="en-US" sz="4600" dirty="0"/>
              <a:t> </a:t>
            </a:r>
            <a:r>
              <a:rPr lang="en-US" sz="4600" dirty="0" err="1"/>
              <a:t>FindTranportation</a:t>
            </a:r>
            <a:endParaRPr lang="fr-FR" sz="4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A30F4D-FCBC-2553-68A0-35D977D032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33343" y="4698347"/>
            <a:ext cx="5412440" cy="1002678"/>
          </a:xfrm>
        </p:spPr>
        <p:txBody>
          <a:bodyPr anchor="b">
            <a:normAutofit fontScale="92500"/>
          </a:bodyPr>
          <a:lstStyle/>
          <a:p>
            <a:r>
              <a:rPr lang="fr-FR" sz="2400" b="1" dirty="0"/>
              <a:t>Représenté par le stagiaire :</a:t>
            </a:r>
            <a:r>
              <a:rPr lang="fr-FR" sz="2400" dirty="0"/>
              <a:t> Anass </a:t>
            </a:r>
            <a:r>
              <a:rPr lang="fr-FR" sz="2400" dirty="0" err="1"/>
              <a:t>Tantane</a:t>
            </a:r>
            <a:br>
              <a:rPr lang="fr-FR" sz="2400" dirty="0"/>
            </a:br>
            <a:r>
              <a:rPr lang="fr-FR" sz="2400" b="1" dirty="0"/>
              <a:t>Dirigé par la formatrice :</a:t>
            </a:r>
            <a:r>
              <a:rPr lang="fr-FR" sz="2400" dirty="0"/>
              <a:t> Malak </a:t>
            </a:r>
            <a:r>
              <a:rPr lang="fr-FR" sz="2400" dirty="0" err="1"/>
              <a:t>Ourahhte</a:t>
            </a:r>
            <a:endParaRPr lang="en-US" sz="2200" dirty="0"/>
          </a:p>
        </p:txBody>
      </p:sp>
      <p:pic>
        <p:nvPicPr>
          <p:cNvPr id="5" name="Picture 4" descr="A logo for a company&#10;&#10;AI-generated content may be incorrect.">
            <a:extLst>
              <a:ext uri="{FF2B5EF4-FFF2-40B4-BE49-F238E27FC236}">
                <a16:creationId xmlns:a16="http://schemas.microsoft.com/office/drawing/2014/main" id="{1D74371A-C9C0-D2C0-1B34-D6726B76C7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36" y="1733551"/>
            <a:ext cx="3249864" cy="367153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33343" y="723900"/>
            <a:ext cx="5715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E634B8-311A-4810-A5DB-7043D0280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33343" y="6134100"/>
            <a:ext cx="5715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ack and orange text">
            <a:extLst>
              <a:ext uri="{FF2B5EF4-FFF2-40B4-BE49-F238E27FC236}">
                <a16:creationId xmlns:a16="http://schemas.microsoft.com/office/drawing/2014/main" id="{151401E5-4D44-2051-7CD7-7093660ED1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014" y="229961"/>
            <a:ext cx="2821404" cy="907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126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C96B8-3FF6-790D-8884-655F93888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contexte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32EB3-8553-C13F-84C8-F98B034F5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200" dirty="0"/>
              <a:t>Réalisation d’un projet de covoiturage (transport), assurant la liaison entre les entrepôts d’un même établissement ou entre les étudiants du même établissement.</a:t>
            </a:r>
          </a:p>
        </p:txBody>
      </p:sp>
    </p:spTree>
    <p:extLst>
      <p:ext uri="{BB962C8B-B14F-4D97-AF65-F5344CB8AC3E}">
        <p14:creationId xmlns:p14="http://schemas.microsoft.com/office/powerpoint/2010/main" val="2480810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C661F-03E0-A29C-563D-749BFA1F0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Projet distingué entre trois entités : ADMIN, UTILISATEUR, CHEFFAUR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93338-AFD6-0D4B-7CD0-949E989E7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Admin</a:t>
            </a:r>
          </a:p>
          <a:p>
            <a:r>
              <a:rPr lang="fr-FR" dirty="0"/>
              <a:t>Utilisateur</a:t>
            </a:r>
          </a:p>
          <a:p>
            <a:r>
              <a:rPr lang="fr-FR" dirty="0"/>
              <a:t>Chauffeur</a:t>
            </a:r>
          </a:p>
        </p:txBody>
      </p:sp>
    </p:spTree>
    <p:extLst>
      <p:ext uri="{BB962C8B-B14F-4D97-AF65-F5344CB8AC3E}">
        <p14:creationId xmlns:p14="http://schemas.microsoft.com/office/powerpoint/2010/main" val="935830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849DC-23D8-3A8B-156F-7A8753079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Graphic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F48DE-6243-E6D5-F0AF-36521409D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Distinguer les trois entités principales : ADMIN, UTILISATEUR, CHAUFFEUR</a:t>
            </a:r>
            <a:endParaRPr lang="fr-FR" dirty="0"/>
          </a:p>
          <a:p>
            <a:r>
              <a:rPr lang="fr-FR" b="1" dirty="0"/>
              <a:t>Fonctionnalités présentes :</a:t>
            </a:r>
            <a:endParaRPr lang="fr-FR" dirty="0"/>
          </a:p>
          <a:p>
            <a:pPr marL="457200" lvl="1" indent="0">
              <a:buNone/>
            </a:pPr>
            <a:r>
              <a:rPr lang="fr-FR" dirty="0"/>
              <a:t>Recherche d’un trajet</a:t>
            </a:r>
          </a:p>
          <a:p>
            <a:pPr marL="457200" lvl="1" indent="0">
              <a:buNone/>
            </a:pPr>
            <a:r>
              <a:rPr lang="fr-FR" dirty="0"/>
              <a:t>Choix du package de paiement</a:t>
            </a:r>
          </a:p>
          <a:p>
            <a:pPr marL="457200" lvl="1" indent="0">
              <a:buNone/>
            </a:pPr>
            <a:r>
              <a:rPr lang="fr-FR" dirty="0"/>
              <a:t>Validation du trajet</a:t>
            </a:r>
          </a:p>
          <a:p>
            <a:pPr marL="457200" lvl="1" indent="0">
              <a:buNone/>
            </a:pPr>
            <a:r>
              <a:rPr lang="fr-FR" dirty="0"/>
              <a:t>Postulation à un trajet</a:t>
            </a:r>
          </a:p>
          <a:p>
            <a:pPr marL="457200" lvl="1" indent="0">
              <a:buNone/>
            </a:pPr>
            <a:r>
              <a:rPr lang="fr-FR" dirty="0"/>
              <a:t>Mise en service, maintenance et statistiques du projet</a:t>
            </a:r>
          </a:p>
          <a:p>
            <a:pPr marL="457200" lvl="1" indent="0">
              <a:buNone/>
            </a:pPr>
            <a:r>
              <a:rPr lang="fr-FR" dirty="0"/>
              <a:t>Responsivité entre les versions Desktop et Mobile		</a:t>
            </a:r>
          </a:p>
        </p:txBody>
      </p:sp>
    </p:spTree>
    <p:extLst>
      <p:ext uri="{BB962C8B-B14F-4D97-AF65-F5344CB8AC3E}">
        <p14:creationId xmlns:p14="http://schemas.microsoft.com/office/powerpoint/2010/main" val="256141752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595</TotalTime>
  <Words>108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Calisto MT</vt:lpstr>
      <vt:lpstr>Univers Condensed</vt:lpstr>
      <vt:lpstr>ChronicleVTI</vt:lpstr>
      <vt:lpstr>Presentation du projet FindTranportation</vt:lpstr>
      <vt:lpstr>contexte</vt:lpstr>
      <vt:lpstr>Projet distingué entre trois entités : ADMIN, UTILISATEUR, CHEFFAUR</vt:lpstr>
      <vt:lpstr>Interface Graphic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rocker bell</dc:creator>
  <cp:lastModifiedBy>rocker bell</cp:lastModifiedBy>
  <cp:revision>2</cp:revision>
  <dcterms:created xsi:type="dcterms:W3CDTF">2025-11-03T15:24:03Z</dcterms:created>
  <dcterms:modified xsi:type="dcterms:W3CDTF">2025-11-04T15:06:17Z</dcterms:modified>
</cp:coreProperties>
</file>